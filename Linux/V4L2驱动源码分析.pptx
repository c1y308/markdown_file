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7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73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D20015A-5812-EC89-4A05-C3C3FC311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063" y="2205453"/>
            <a:ext cx="1657976" cy="17412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6A7B003-AC55-B7EC-6723-88E5A1A9A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433" y="737471"/>
            <a:ext cx="1679134" cy="35742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AA8DE8E-99C0-3FD3-0707-7F0C8A1CE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3045" y="1239445"/>
            <a:ext cx="874611" cy="50730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9ED8318-C72B-1D22-038E-9B6B6C75EE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8857" y="806621"/>
            <a:ext cx="1318697" cy="105685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2170586-E495-F06E-C830-BB8DC0DF0D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481" y="639233"/>
            <a:ext cx="1107952" cy="194854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B6E9651-D6A6-B9C2-9602-7DD81B013F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5482" y="144345"/>
            <a:ext cx="1261155" cy="803246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775DAF06-C49B-DAC1-A44A-9F295A6F85B8}"/>
              </a:ext>
            </a:extLst>
          </p:cNvPr>
          <p:cNvSpPr/>
          <p:nvPr/>
        </p:nvSpPr>
        <p:spPr>
          <a:xfrm>
            <a:off x="289834" y="916182"/>
            <a:ext cx="756558" cy="5170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3862A9-6BA5-4C5F-24A5-8BC9DBE49C9F}"/>
              </a:ext>
            </a:extLst>
          </p:cNvPr>
          <p:cNvSpPr/>
          <p:nvPr/>
        </p:nvSpPr>
        <p:spPr>
          <a:xfrm>
            <a:off x="289834" y="2339071"/>
            <a:ext cx="734786" cy="4571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29B2EA2-DD03-D248-6A77-6BEAE25430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481" y="3822773"/>
            <a:ext cx="2528887" cy="121818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33E9924-7230-97F4-CEB0-1D2CBAEFD4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481" y="3437733"/>
            <a:ext cx="753982" cy="35488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1E46A2FF-F119-64D7-9D0A-501558A123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1481" y="2921179"/>
            <a:ext cx="1032190" cy="363037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D769FA1E-43A3-8932-78AE-27AB99FD63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5287" y="2921179"/>
            <a:ext cx="1131947" cy="665241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FB844E0A-3F00-D2D0-CE1B-67715D9599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0082" y="1163467"/>
            <a:ext cx="846793" cy="582545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C0DC6F35-A229-65BA-4A66-B4CE7CEADC95}"/>
              </a:ext>
            </a:extLst>
          </p:cNvPr>
          <p:cNvSpPr txBox="1"/>
          <p:nvPr/>
        </p:nvSpPr>
        <p:spPr>
          <a:xfrm>
            <a:off x="124267" y="510982"/>
            <a:ext cx="14664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b="0" i="0" dirty="0">
                <a:solidFill>
                  <a:srgbClr val="0F1115"/>
                </a:solidFill>
                <a:effectLst/>
                <a:latin typeface="quote-cjk-patch"/>
              </a:rPr>
              <a:t>每一个实例代表一个具体的视频设备。</a:t>
            </a:r>
            <a:endParaRPr lang="zh-CN" altLang="en-US" sz="400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44871A8C-583D-1486-A655-630792D18B91}"/>
              </a:ext>
            </a:extLst>
          </p:cNvPr>
          <p:cNvCxnSpPr>
            <a:cxnSpLocks/>
          </p:cNvCxnSpPr>
          <p:nvPr/>
        </p:nvCxnSpPr>
        <p:spPr>
          <a:xfrm>
            <a:off x="657227" y="1193297"/>
            <a:ext cx="769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AF3B5AD6-1E2A-72ED-78FD-F0C4506BF8C5}"/>
              </a:ext>
            </a:extLst>
          </p:cNvPr>
          <p:cNvCxnSpPr>
            <a:cxnSpLocks/>
          </p:cNvCxnSpPr>
          <p:nvPr/>
        </p:nvCxnSpPr>
        <p:spPr>
          <a:xfrm>
            <a:off x="1828153" y="1260948"/>
            <a:ext cx="5248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连接符: 曲线 7">
            <a:extLst>
              <a:ext uri="{FF2B5EF4-FFF2-40B4-BE49-F238E27FC236}">
                <a16:creationId xmlns:a16="http://schemas.microsoft.com/office/drawing/2014/main" id="{3FB80622-FC08-2EC6-F469-3D8B72C71CA0}"/>
              </a:ext>
            </a:extLst>
          </p:cNvPr>
          <p:cNvCxnSpPr>
            <a:cxnSpLocks/>
          </p:cNvCxnSpPr>
          <p:nvPr/>
        </p:nvCxnSpPr>
        <p:spPr>
          <a:xfrm rot="10800000">
            <a:off x="1061674" y="934435"/>
            <a:ext cx="1669737" cy="385462"/>
          </a:xfrm>
          <a:prstGeom prst="curvedConnector3">
            <a:avLst>
              <a:gd name="adj1" fmla="val -30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32394B5D-6977-4B29-7990-5F84DCF0E826}"/>
              </a:ext>
            </a:extLst>
          </p:cNvPr>
          <p:cNvCxnSpPr>
            <a:stCxn id="16" idx="0"/>
            <a:endCxn id="15" idx="1"/>
          </p:cNvCxnSpPr>
          <p:nvPr/>
        </p:nvCxnSpPr>
        <p:spPr>
          <a:xfrm rot="5400000" flipH="1" flipV="1">
            <a:off x="1136690" y="77391"/>
            <a:ext cx="370214" cy="130736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A82B71EB-B621-9623-43FE-7B0FE1FB5D3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24266" y="1278116"/>
            <a:ext cx="1318697" cy="33417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0B90CC6-C602-2E67-6160-C3603A4B595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11682" y="1861516"/>
            <a:ext cx="2441774" cy="59562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C1242A6-2EB1-06DC-2475-A7C52C4F428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11682" y="2728560"/>
            <a:ext cx="1652827" cy="121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070586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17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quote-cjk-patch</vt:lpstr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CJ</dc:creator>
  <cp:lastModifiedBy>锦艺 陈</cp:lastModifiedBy>
  <cp:revision>23</cp:revision>
  <dcterms:created xsi:type="dcterms:W3CDTF">2023-08-09T12:44:00Z</dcterms:created>
  <dcterms:modified xsi:type="dcterms:W3CDTF">2026-03-02T07:18:42Z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